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191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5191F"/>
                </a:solidFill>
                <a:latin typeface="Calibri"/>
              </a:rPr>
              <a:t>Часы рутины в неделю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Часы рутины в неделю</c:v>
                </c:pt>
              </c:strCache>
            </c:strRef>
          </c:tx>
          <c:spPr>
            <a:solidFill>
              <a:srgbClr val="FF4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519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A3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Было</c:v>
                  </c:pt>
                  <c:pt idx="1">
                    <c:v>Стало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519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7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Пульс помогает малому бизнесу автоматизировать продажи и рутину.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цифры боли: время, потерянные продажи, документы.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типовые точки утечки выручки в малом бизнесе.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Демистифицируем слово «автоматизация» в три простых шага.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слайд: как именно клиент настраивает автоматизацию.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направлений автоматизации в одном продукте.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 под ИИ-вакансии: агент как система действий + RAG + эскалация.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три метрики, справа наглядный график «было/стало» по часам рутины.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Онбординг короткий и без рисков — снимаем страх «это сложно».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призыв к действию + адрес демо-сайта.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460575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853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23131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7316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58594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872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4633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4633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15208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6486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77764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1949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113227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05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9266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09266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169841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1119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332397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6582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467860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9138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3898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524474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5752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687029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41215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822493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03771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8531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8531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879106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0384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041662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5848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177126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58404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3164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73164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233739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017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7396295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0480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531758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13036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27797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27797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588372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69650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750928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5113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886391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67669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82430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82430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943005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24283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105561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59746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241024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22302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37062" y="187452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37062" y="187452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297638" y="1775765"/>
            <a:ext cx="81278" cy="98755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378916" y="1775765"/>
            <a:ext cx="81278" cy="16459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60193" y="1325880"/>
            <a:ext cx="54185" cy="614477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514379" y="1325880"/>
            <a:ext cx="81278" cy="82296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11595657" y="1874520"/>
            <a:ext cx="81278" cy="27432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676935" y="187452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4008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ГАЙД ДЛЯ МАЛОГО БИЗНЕСА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40080" y="27889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автоматизировать</a:t>
            </a:r>
            <a:endParaRPr lang="en-US" sz="5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</a:t>
            </a:r>
            <a:endParaRPr lang="en-US" sz="5400" dirty="0"/>
          </a:p>
        </p:txBody>
      </p:sp>
      <p:sp>
        <p:nvSpPr>
          <p:cNvPr id="76" name="Text 74"/>
          <p:cNvSpPr/>
          <p:nvPr/>
        </p:nvSpPr>
        <p:spPr>
          <a:xfrm>
            <a:off x="640080" y="4892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отдать рутину роботу и заниматься ростом, а не операционкой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 · платформа автоматизации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Рутина крадёт день по кусочкам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заявки, счета и напоминания делаются вручную — деньги утекают в мелочах.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200400"/>
            <a:ext cx="2753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ч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неделю уходит на ручную рутину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283464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9218" y="3200400"/>
            <a:ext cx="2753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719218" y="45262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теряются из-за медленного ответа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58277" y="283464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8317" y="3200400"/>
            <a:ext cx="2753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ч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478317" y="45262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неделю — только на счета и документы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БЕЗДЕЙСТВИЯ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именно теряется выручка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40080" cy="64008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103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 ждёт ответа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4963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написал утром — менеджер увидел в обед. Половина уходит к конкуренту.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1546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Забытые follow-up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5478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«Перезвоню завтра» превращается в никогда. Тёплые клиенты остывают.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вручную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5994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счёт и акт — заново шаблон, реквизиты, отправка. И так по кругу.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вслепую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6509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в трёх таблицах, сводить некогда. Непонятно, что приносит деньги.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ПРОСТЫМИ СЛОВАМИ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= идея → сценарий → автопилот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41B24"/>
          </a:solidFill>
          <a:ln w="12700">
            <a:solidFill>
              <a:srgbClr val="2830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4069080"/>
            <a:ext cx="2753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повторяющееся действие: ответить, выставить счёт, напомнить.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9178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41B24"/>
          </a:solidFill>
          <a:ln w="12700">
            <a:solidFill>
              <a:srgbClr val="2830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9218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19218" y="338328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19218" y="4069080"/>
            <a:ext cx="2753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Описываем правило «если — то». Система знает, что делать.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8277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41B24"/>
          </a:solidFill>
          <a:ln w="12700">
            <a:solidFill>
              <a:srgbClr val="2830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8317" y="29260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78317" y="338328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Автопилот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78317" y="4069080"/>
            <a:ext cx="2753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всё происходит само, 24/7, без вашего участия.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ПУЛЬСЕ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шага — и рутина работает сама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60320"/>
            <a:ext cx="548640" cy="548640"/>
          </a:xfrm>
          <a:prstGeom prst="ellipse">
            <a:avLst/>
          </a:prstGeom>
          <a:solidFill>
            <a:srgbClr val="D62B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24871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Опишите задачу словами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8895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«Когда приходит заявка — ответить, создать сделку и напомнить менеджеру».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840480"/>
            <a:ext cx="548640" cy="548640"/>
          </a:xfrm>
          <a:prstGeom prst="ellipse">
            <a:avLst/>
          </a:prstGeom>
          <a:solidFill>
            <a:srgbClr val="D62B3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37673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Подтвердите и подправьте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7452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Проверяете шаги, меняете тексты и условия под себя. Без кода.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120640"/>
            <a:ext cx="548640" cy="548640"/>
          </a:xfrm>
          <a:prstGeom prst="ellipse">
            <a:avLst/>
          </a:prstGeom>
          <a:solidFill>
            <a:srgbClr val="D62B3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4520" y="50474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Включите — и забудьте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74520" y="54498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работает круглосуточно. Вы получаете результат, а не задачу.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инструмент вместо десятка вкладок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со всех каналов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50215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мессенджеры, звонки — в одну ленту.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224028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3498" y="2514600"/>
            <a:ext cx="548640" cy="54864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11" name="Text 9"/>
          <p:cNvSpPr/>
          <p:nvPr/>
        </p:nvSpPr>
        <p:spPr>
          <a:xfrm>
            <a:off x="467349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73498" y="31546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Счета и документы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73498" y="350215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шаблону за секунду, с автоотправкой.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8277" y="224028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2597" y="2514600"/>
            <a:ext cx="548640" cy="54864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32597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2597" y="315468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Напоминания и follow-up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32597" y="350215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клиент не забыт.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1663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в реальном времени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" y="551383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и воронка на одном экране.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99178" y="42519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73498" y="4526280"/>
            <a:ext cx="548640" cy="54864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73498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73498" y="51663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Рассылки и повторные продажи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73498" y="551383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Тёплая база возвращается сама.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58277" y="42519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6F8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2597" y="4526280"/>
            <a:ext cx="548640" cy="548640"/>
          </a:xfrm>
          <a:prstGeom prst="ellipse">
            <a:avLst/>
          </a:prstGeom>
          <a:solidFill>
            <a:srgbClr val="FFECEE"/>
          </a:solidFill>
          <a:ln/>
        </p:spPr>
      </p:sp>
      <p:sp>
        <p:nvSpPr>
          <p:cNvPr id="31" name="Text 29"/>
          <p:cNvSpPr/>
          <p:nvPr/>
        </p:nvSpPr>
        <p:spPr>
          <a:xfrm>
            <a:off x="8432597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2B3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32597" y="516636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для команды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32597" y="551383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ставит задачи и следит за сроками.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отвечает — выполняет цепочку действий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4352" y="30175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41B24"/>
          </a:solidFill>
          <a:ln w="12700">
            <a:solidFill>
              <a:srgbClr val="FF4B57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352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Принял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заявку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721712" y="30175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5760" y="30175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41B24"/>
          </a:solidFill>
          <a:ln w="12700">
            <a:solidFill>
              <a:srgbClr val="FF4B5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5760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Нашёл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43120" y="30175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27168" y="30175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41B24"/>
          </a:solidFill>
          <a:ln w="12700">
            <a:solidFill>
              <a:srgbClr val="FF4B5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7168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Создал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сделку в CRM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64528" y="30175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48576" y="30175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41B24"/>
          </a:solidFill>
          <a:ln w="12700">
            <a:solidFill>
              <a:srgbClr val="FF4B5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48576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Поставил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задачу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85936" y="30175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69984" y="30175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41B24"/>
          </a:solidFill>
          <a:ln w="12700">
            <a:solidFill>
              <a:srgbClr val="FF4B5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9984" y="3017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Позвал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Отвечает по вашей базе знаний (RAG) — не выдумывает — и передаёт диалог оператору, когда нужно.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 30 ДНЕЙ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Цифры, которые чувствует касса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×2,4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926080" y="2450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 лиду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26080" y="3593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ручных операций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4736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повторным продажам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26480" y="21488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НАЧАТЬ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автопилот — за 6 минут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7288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70048"/>
            <a:ext cx="146304" cy="14630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54203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старт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9443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карты и обязательств — подключаете и пробуете.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286000"/>
            <a:ext cx="527288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98768" y="2670048"/>
            <a:ext cx="146304" cy="14630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10" name="Text 8"/>
          <p:cNvSpPr/>
          <p:nvPr/>
        </p:nvSpPr>
        <p:spPr>
          <a:xfrm>
            <a:off x="6918808" y="254203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данных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18808" y="29443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и контакты из таблиц и CRM переезжают сами.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7288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270248"/>
            <a:ext cx="146304" cy="14630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4223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сценарий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5445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Настраиваете одно правило — и видите эффект сразу.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3886200"/>
            <a:ext cx="527288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0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8768" y="4270248"/>
            <a:ext cx="146304" cy="146304"/>
          </a:xfrm>
          <a:prstGeom prst="ellipse">
            <a:avLst/>
          </a:prstGeom>
          <a:solidFill>
            <a:srgbClr val="0FA36B"/>
          </a:solidFill>
          <a:ln/>
        </p:spPr>
      </p:sp>
      <p:sp>
        <p:nvSpPr>
          <p:cNvPr id="18" name="Text 16"/>
          <p:cNvSpPr/>
          <p:nvPr/>
        </p:nvSpPr>
        <p:spPr>
          <a:xfrm>
            <a:off x="6918808" y="414223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специалист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18808" y="45445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Помогаем на запуске, если что-то непонятно.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460575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853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23131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7316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58594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872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4633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54633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815208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6486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77764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1949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113227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05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9266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09266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169841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1119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332397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6582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467860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9138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3898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3898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524474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5752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687029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41215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822493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03771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8531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8531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879106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0384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041662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5848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177126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58404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3164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73164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233739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017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7396295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0480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531758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13036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27797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27797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588372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69650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750928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5113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886391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67669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82430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82430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943005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24283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105561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59746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241024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22302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37062" y="6400800"/>
            <a:ext cx="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37062" y="6400800"/>
            <a:ext cx="460575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297638" y="6348131"/>
            <a:ext cx="81278" cy="52669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378916" y="6348131"/>
            <a:ext cx="81278" cy="8778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60193" y="6108192"/>
            <a:ext cx="54185" cy="327721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514379" y="6108192"/>
            <a:ext cx="81278" cy="438912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11595657" y="6400800"/>
            <a:ext cx="81278" cy="146304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676935" y="6400800"/>
            <a:ext cx="514760" cy="0"/>
          </a:xfrm>
          <a:prstGeom prst="line">
            <a:avLst/>
          </a:prstGeom>
          <a:noFill/>
          <a:ln w="25400">
            <a:solidFill>
              <a:srgbClr val="FF4B57">
                <a:alpha val="4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ПУЛЬС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40080" y="2194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Соберите первый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автопилот сегодня</a:t>
            </a:r>
            <a:endParaRPr lang="en-US" sz="4800" dirty="0"/>
          </a:p>
        </p:txBody>
      </p:sp>
      <p:sp>
        <p:nvSpPr>
          <p:cNvPr id="75" name="Text 73"/>
          <p:cNvSpPr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 — больше продаж. Пульс берёт операционку на себя.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640080" y="49377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D62B3A"/>
          </a:solidFill>
          <a:ln/>
        </p:spPr>
      </p:sp>
      <p:sp>
        <p:nvSpPr>
          <p:cNvPr id="77" name="Text 75"/>
          <p:cNvSpPr/>
          <p:nvPr/>
        </p:nvSpPr>
        <p:spPr>
          <a:xfrm>
            <a:off x="640080" y="4937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бесплатно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3657600" y="49377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qa-novchenkova.github.io/puls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автоматизировать продажи малого бизнеса</dc:title>
  <dc:subject>PptxGenJS Presentation</dc:subject>
  <dc:creator>Пульс</dc:creator>
  <cp:lastModifiedBy>Пульс</cp:lastModifiedBy>
  <cp:revision>1</cp:revision>
  <dcterms:created xsi:type="dcterms:W3CDTF">2026-08-16T12:52:24Z</dcterms:created>
  <dcterms:modified xsi:type="dcterms:W3CDTF">2026-08-16T12:52:24Z</dcterms:modified>
</cp:coreProperties>
</file>